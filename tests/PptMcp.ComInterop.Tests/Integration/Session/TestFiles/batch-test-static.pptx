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0" y="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262B-B069-50C2-91AA-52BC9FD6F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C9A434-E647-3469-9F36-E3D700073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B357-6BF7-87FB-6278-D2F415AB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A1EC1-A064-5D45-F9FB-03FC837A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18128-DE96-683E-ECEC-81594F16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861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3F50-8386-374E-41B5-6877099C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E8179-5DDA-EFE2-3C38-78BCF7722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F-4BBA-3D26-143F-71941606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DE33D-7D53-17DE-CCC3-8E64BBE6B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CAADA-173A-3C90-A08B-06F8EE12A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586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B30D2-76D0-CF76-B491-F30ECC9FB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D7028-8624-5D79-D3AC-C80075B37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942CC-802A-CE85-E9C8-893C8864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8BCFF-CCB0-35E7-7528-86189CD8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DB590-4745-0A30-4A29-419218D93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922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D514-E0DD-24AE-DDAE-FE1C597A1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0F314-3F04-2700-FC74-A74967963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D2B05-FEBA-B16F-188D-9810F0B6E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28C2B-B275-82DF-E6B0-6DB7794D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5FC9E-99EE-05FF-C82F-E23D01C1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91A7-57D8-B18F-563B-1091E662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3225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70DF-E82F-D06E-12DA-F6F84B6D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BF89C-8266-B247-5108-CFFDD2C4A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F1A35-3880-42CE-0756-3AB00680B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04043-E882-F6F8-66E3-091D41615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5B566-4AFC-D852-7AFA-44C6AD43B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62BD0-E17E-5FC4-EEF2-C5E19C89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908B3-7905-6137-6A7A-FA25CE4A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E35BA5-4302-232A-C483-9DEB366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9674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1313-9268-4106-8CF0-7C542BB3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D59C8-5DCF-9B73-5BA6-A168DD1A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97A31-1B2D-6E15-5C02-FF72CD69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B17B9-091F-FF40-237F-A96F9CAB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589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A00C7-51D8-4F72-3E2D-97AA7F234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EF9D9-4476-C551-D394-B070A8531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3A524-A7EC-B9B7-81E4-3114E917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979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C16D-43E5-E435-D80D-1AFB7A3EC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80CCF-8485-A84D-728F-D86405C6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C0C7C-DAF1-97F0-C050-17756F069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6E71C-526A-C8E4-DD75-AB13DC26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ED175-9D4B-A7FE-9DE4-42E926EC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593A5-CB0A-A3D0-C9DA-83D5E480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8885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888C-F887-1799-527E-0FB003A06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00344-11B1-8F3E-BD5B-90CD64E2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A425C-BF01-9F90-9F37-41B0BF260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6604B-2DDE-F542-B899-8D6A1814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953EB-1C5B-5B11-1430-2E0F586E2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EC14-7459-DA05-E690-EA26A722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30531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C64B-412E-2688-DED3-9CA03ADB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8D540-1494-EBF5-0B6F-AA6AF3B18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127E8-63F8-C40F-1A53-EBA8C184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B7E55-9308-4852-A657-218A0861F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62B91-0C68-9C14-03F1-950FB4CC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722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244DD-2564-95C6-5B05-FA0732FEC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46647-407D-C216-56C7-AF98A26AC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173C5-A078-2F9F-B768-021D740D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4BC8B-70EF-DA30-96B9-B3C23213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38118-8262-B87A-8F63-1464D2E8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8179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2DB8D-3200-CBAE-0F20-D7683DAF7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DDB34-9F8B-2DA7-9419-77D0B60CD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CF965-F9D6-846D-6F34-4266EDD40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F6A1D-D465-4397-B83E-A9D35C748CB9}" type="datetimeFigureOut">
              <a:rPr lang="en-DE" smtClean="0"/>
              <a:t>03/03/2026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FBA88-05EC-78DD-C728-2B2D47F75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5B7E2-0C4C-7695-84A6-6A1A9E499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194A9-7F62-41D9-B00B-C9C7BA47047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040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551EE-A72E-28C9-B369-CB8FCDBE8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16DB5-9905-51F8-A3FF-A7A7586601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0281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Torsten Mahr</dc:creator>
  <cp:lastModifiedBy>Torsten Mahr</cp:lastModifiedBy>
  <cp:revision>1</cp:revision>
  <dcterms:created xsi:type="dcterms:W3CDTF">2026-03-03T12:57:50Z</dcterms:created>
  <dcterms:modified xsi:type="dcterms:W3CDTF">2026-03-03T12:57:50Z</dcterms:modified>
</cp:coreProperties>
</file>